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Calibri"/>
              </a:rPr>
              <a:t>Monthly surplus vs requests per day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surplus (₹)</c:v>
                </c:pt>
              </c:strCache>
            </c:strRef>
          </c:tx>
          <c:spPr>
            <a:solidFill>
              <a:srgbClr val="5E8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5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0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8C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8C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8C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E8C3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25/day</c:v>
                  </c:pt>
                  <c:pt idx="1">
                    <c:v>30/day</c:v>
                  </c:pt>
                  <c:pt idx="2">
                    <c:v>35/day</c:v>
                  </c:pt>
                  <c:pt idx="3">
                    <c:v>45/day</c:v>
                  </c:pt>
                  <c:pt idx="4">
                    <c:v>60/day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-1500</c:v>
                </c:pt>
                <c:pt idx="1">
                  <c:v>0</c:v>
                </c:pt>
                <c:pt idx="2">
                  <c:v>1500</c:v>
                </c:pt>
                <c:pt idx="3">
                  <c:v>4500</c:v>
                </c:pt>
                <c:pt idx="4">
                  <c:v>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35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35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3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352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– ASSISTED DIGITAL SERVICE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Farm Advisory Kiosk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1E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No. 31  |  Go-to-Market &amp; Customer Operations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94960" cy="237744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523744"/>
            <a:ext cx="5175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52928"/>
            <a:ext cx="5175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who are uncomfortable with smartphone apps still need weather, market-price and crop information.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missed weather windows, weak mandi bargaining, avoidable crop loss, dependence on middlemen.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468880"/>
            <a:ext cx="5349240" cy="237744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27648" y="2523744"/>
            <a:ext cx="5129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Statement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2852928"/>
            <a:ext cx="5129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staffed village kiosk gives assisted digital access in the local language.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per information request; 45 requests/day covers ₹9,000 monthly cost with a surplus of ₹4,500.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303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Rashmeet Kaur Nanade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150096725165  |  B.Tech Computer Science &amp; Engineering, Second Year  |  Semester III – Sprint 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Skills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Barriers and Value Proposition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1097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1E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31 | Village Farm Advisory Kiosk | Rashmeet Kaur Nanade | Roll No. 150096725165 | ITM Skills 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749040" cy="233172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15214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3529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marginal farmers (40+)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and tenant farmers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groups, SHGs, FPOs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 and cash-crop growers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3749040" cy="274320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62102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Digital-Access Barriers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50208"/>
            <a:ext cx="3529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literacy; English-only interfaces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with apps; fear of mistakes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network, data cost, shared phone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 in unknown sources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0972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profile: Ramesh, 52, 2 acres, keypad phone, Class 8, sells at mandi 12 km away. Wants rain, price and pest advice from someone he knows.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874520"/>
          <a:ext cx="7269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2971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Proposition Canvas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offer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sowing/spraying time, when and where to sell, fix crop problems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Weather, price, crop and scheme information on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use apps; fear of wrong advice; wasted mandi trips; data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help in local language; source and time on slip; price check before travel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price, fewer losses, confidence, saved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Verified, simple, ₹10 per request, voice plus printed slip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Journey, Services and Trust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1097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1E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31 | Village Farm Advisory Kiosk | Rashmeet Kaur Nanade | Roll No. 150096725165 | ITM Skills 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536192" cy="1051560"/>
          </a:xfrm>
          <a:prstGeom prst="rect">
            <a:avLst/>
          </a:prstGeom>
          <a:solidFill>
            <a:srgbClr val="1F3D2B"/>
          </a:solidFill>
          <a:ln w="12700">
            <a:solidFill>
              <a:srgbClr val="F8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14300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meetings, SHG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84832" y="1097280"/>
            <a:ext cx="1536192" cy="1051560"/>
          </a:xfrm>
          <a:prstGeom prst="rect">
            <a:avLst/>
          </a:prstGeom>
          <a:solidFill>
            <a:srgbClr val="5E8C3A"/>
          </a:solidFill>
          <a:ln w="12700">
            <a:solidFill>
              <a:srgbClr val="F8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0552" y="114300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greeting, register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12464" y="1097280"/>
            <a:ext cx="1536192" cy="1051560"/>
          </a:xfrm>
          <a:prstGeom prst="rect">
            <a:avLst/>
          </a:prstGeom>
          <a:solidFill>
            <a:srgbClr val="1F3D2B"/>
          </a:solidFill>
          <a:ln w="12700">
            <a:solidFill>
              <a:srgbClr val="F8F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8184" y="114300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own language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0096" y="1097280"/>
            <a:ext cx="1536192" cy="1051560"/>
          </a:xfrm>
          <a:prstGeom prst="rect">
            <a:avLst/>
          </a:prstGeom>
          <a:solidFill>
            <a:srgbClr val="5E8C3A"/>
          </a:solidFill>
          <a:ln w="12700">
            <a:solidFill>
              <a:srgbClr val="F8F5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85816" y="114300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sources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67728" y="1097280"/>
            <a:ext cx="1536192" cy="1051560"/>
          </a:xfrm>
          <a:prstGeom prst="rect">
            <a:avLst/>
          </a:prstGeom>
          <a:solidFill>
            <a:srgbClr val="1F3D2B"/>
          </a:solidFill>
          <a:ln w="12700">
            <a:solidFill>
              <a:srgbClr val="F8F5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13448" y="114300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screen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0" y="1097280"/>
            <a:ext cx="1536192" cy="1051560"/>
          </a:xfrm>
          <a:prstGeom prst="rect">
            <a:avLst/>
          </a:prstGeom>
          <a:solidFill>
            <a:srgbClr val="5E8C3A"/>
          </a:solidFill>
          <a:ln w="12700">
            <a:solidFill>
              <a:srgbClr val="F8F5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41080" y="114300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receipt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UPI/cash, slip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22992" y="1097280"/>
            <a:ext cx="1536192" cy="1051560"/>
          </a:xfrm>
          <a:prstGeom prst="rect">
            <a:avLst/>
          </a:prstGeom>
          <a:solidFill>
            <a:srgbClr val="1F3D2B"/>
          </a:solidFill>
          <a:ln w="12700">
            <a:solidFill>
              <a:srgbClr val="F8F5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68712" y="114300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weekly alert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5577840" cy="201168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478024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Information Categories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2807208"/>
            <a:ext cx="53583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3–5 day forecast, rain and storm alerts (IMD)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prices: nearby mandi rates, trend (Agmarknet)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advice: sowing, dose, pest remedies (KVK, ICAR)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Schemes: PM-KISAN, crop insurance dates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2423160"/>
            <a:ext cx="5532120" cy="201168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2478024"/>
            <a:ext cx="5312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Model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2807208"/>
            <a:ext cx="5312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local Krishi Sahayak endorsed by panchayat/SHG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timestamp on every slip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expert review of crop advice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 data; complaint register; ₹10 refund if unanswered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11292840" cy="1783080"/>
          </a:xfrm>
          <a:prstGeom prst="rect">
            <a:avLst/>
          </a:prstGeom>
          <a:solidFill>
            <a:srgbClr val="1F3D2B"/>
          </a:solidFill>
          <a:ln w="9525">
            <a:solidFill>
              <a:srgbClr val="1F3D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4626864"/>
            <a:ext cx="11073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Encourage Regular Usage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956048"/>
            <a:ext cx="11073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Kisan Loyalty Card: prepaid ₹100 = 11 requests (11th free), stamp on every visit.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Weekly Market-Day Alert and Crop Clinic: free SMS/voice headline alert plus fixed clinic day inviting farmers for personalised advice.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/ Operating Flow and Business Model Canvas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1097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1E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31 | Village Farm Advisory Kiosk | Rashmeet Kaur Nanade | Roll No. 150096725165 | ITM Skills 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737360" cy="914400"/>
          </a:xfrm>
          <a:prstGeom prst="rect">
            <a:avLst/>
          </a:prstGeom>
          <a:solidFill>
            <a:srgbClr val="D3E4BC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097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sources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IMD, Agmarknet, KVK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76272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50008" y="1051560"/>
            <a:ext cx="1737360" cy="91440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95728" y="1097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printer, internet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42816" y="1051560"/>
            <a:ext cx="1737360" cy="914400"/>
          </a:xfrm>
          <a:prstGeom prst="rect">
            <a:avLst/>
          </a:prstGeom>
          <a:solidFill>
            <a:srgbClr val="D3E4BC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88536" y="1097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Verifies, translates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61888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35624" y="1051560"/>
            <a:ext cx="1737360" cy="91440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81344" y="1097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slip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54696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28432" y="1051560"/>
            <a:ext cx="1737360" cy="914400"/>
          </a:xfrm>
          <a:prstGeom prst="rect">
            <a:avLst/>
          </a:prstGeom>
          <a:solidFill>
            <a:srgbClr val="D3E4BC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74152" y="1097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UPI/cash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747504" y="1325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921240" y="1051560"/>
            <a:ext cx="1737360" cy="91440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66960" y="1097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review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0299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 Providers publish data | Operator fetches, verifies, explains, collects cash, logs | Panchayat/SHG gives space and trust | KVK reviews content | Owner funds costs and equipment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468880"/>
            <a:ext cx="2194560" cy="187452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25237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852928"/>
            <a:ext cx="1975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Panchayat/SHG/FPO; IMD, Agmarknet, KVK; UPI provider; ISP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34056" y="2468880"/>
            <a:ext cx="2194560" cy="187452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43784" y="25237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843784" y="2852928"/>
            <a:ext cx="1975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verify info; assisted requests; printing and payments; awareness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10912" y="2468880"/>
            <a:ext cx="2194560" cy="1874520"/>
          </a:xfrm>
          <a:prstGeom prst="rect">
            <a:avLst/>
          </a:prstGeom>
          <a:solidFill>
            <a:srgbClr val="1F3D2B"/>
          </a:solidFill>
          <a:ln w="9525">
            <a:solidFill>
              <a:srgbClr val="1F3D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0" y="25237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2852928"/>
            <a:ext cx="1975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Local-language, human-assisted weather, price, crop and scheme info at ₹10; no smartphone needed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287768" y="2468880"/>
            <a:ext cx="2194560" cy="187452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97496" y="25237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397496" y="2852928"/>
            <a:ext cx="1975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assistance; loyalty card; weekly alerts; feedback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564624" y="2468880"/>
            <a:ext cx="2194560" cy="187452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74352" y="252374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674352" y="2852928"/>
            <a:ext cx="1975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marginal farmers; vegetable growers; women farmers/SHGs; groups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434840"/>
            <a:ext cx="2194560" cy="187452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448970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4818888"/>
            <a:ext cx="1975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operator; laptop, printer, internet; approved data; kiosk space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34056" y="4434840"/>
            <a:ext cx="2194560" cy="187452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43784" y="448970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843784" y="4818888"/>
            <a:ext cx="1975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kiosk; village meetings; SHG networks; SMS/IVR alerts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10912" y="4434840"/>
            <a:ext cx="2194560" cy="187452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20640" y="448970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120640" y="4818888"/>
            <a:ext cx="1975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₹9,000/month: operator, rent, internet, power, printing, maintenance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287768" y="4434840"/>
            <a:ext cx="2194560" cy="187452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397496" y="448970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397496" y="4818888"/>
            <a:ext cx="1975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per request; prepaid cards; optional government awareness tie-ups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Model: Transactions and Break-even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1097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1E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31 | Village Farm Advisory Kiosk | Rashmeet Kaur Nanade | Roll No. 150096725165 | ITM Skills University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852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× ₹10 = ₹450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1,350 requests × ₹10 = ₹13,500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₹9,000 (₹300/day)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surplus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₹13,500 − ₹9,000 = ₹4,500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₹9,000 ÷ ₹10 = 900/month = 30/day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of safety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(45 − 30) ÷ 45 = 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₹9,000 ÷ 1,350 = ₹6.67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C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min/request, 8 hrs: ~96/day; 45/day ≈ 47%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F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6583680" y="105156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583680" y="512064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30 operating days; ₹9,000 fixed; free public data. On 26 working days, break-even is ~35 requests/day. Below 30 requests/day the kiosk loses money, so regular usage design is critical.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SWOT, Risks and 90-Day Pilot-to-Scale Plan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1097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1E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31 | Village Farm Advisory Kiosk | Rashmeet Kaur Nanade | Roll No. 150096725165 | ITM Skills 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657600" cy="521208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15214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3438144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low price, trusted local operator, real need, low fixed cost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 internet/power dependence, seasonal demand, small revenue base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replicate in villages, add e-services, KVK/FPO tie-ups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free apps and WhatsApp, wrong information, low trust or footfall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51960" y="1097280"/>
            <a:ext cx="3749040" cy="5212080"/>
          </a:xfrm>
          <a:prstGeom prst="rect">
            <a:avLst/>
          </a:prstGeom>
          <a:solidFill>
            <a:srgbClr val="E1ECD3"/>
          </a:solidFill>
          <a:ln w="9525">
            <a:solidFill>
              <a:srgbClr val="B9C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61688" y="115214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Mitigation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1481328"/>
            <a:ext cx="3529584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information → approved sources, expert review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footfall → loyalty card, alerts, SHG mobilisation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Internet/power failure → hotspot, power backup, cache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dependence → training, backup, UPI-first, cash log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 competition → human, local-language trust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23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 → consent, no data sale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097280"/>
            <a:ext cx="3611880" cy="5212080"/>
          </a:xfrm>
          <a:prstGeom prst="rect">
            <a:avLst/>
          </a:prstGeom>
          <a:solidFill>
            <a:srgbClr val="1F3D2B"/>
          </a:solidFill>
          <a:ln w="9525">
            <a:solidFill>
              <a:srgbClr val="1F3D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7888" y="1152144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 and Success Criteria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1481328"/>
            <a:ext cx="3392424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 Build: partner, operator, kiosk setup, 100+ farmers surveyed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 Launch: demos, paid requests, loyalty card; 25+/day, 200 registered, rating above 4/5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 Scale: weekly alerts and crop clinic; 45/day (30 minimum), 30% repeat users, zero major errors; plan 2–3 villages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Village Farm Advisory Kiosk – Case Study 31</dc:title>
  <dc:subject>PptxGenJS Presentation</dc:subject>
  <dc:creator>Rashmeet Kaur Nanade</dc:creator>
  <cp:lastModifiedBy>Rashmeet Kaur Nanade</cp:lastModifiedBy>
  <cp:revision>1</cp:revision>
  <dcterms:created xsi:type="dcterms:W3CDTF">2026-10-04T13:57:39Z</dcterms:created>
  <dcterms:modified xsi:type="dcterms:W3CDTF">2026-10-04T13:57:39Z</dcterms:modified>
</cp:coreProperties>
</file>